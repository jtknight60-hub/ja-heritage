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Jamaican Heritage E-Commerce Website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Full-Stack Web Application</a:t>
            </a:r>
          </a:p>
          <a:p>
            <a:r>
              <a:t>Angular 14 + Node.js + MySQL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Secure full-stack e-commerce platform</a:t>
            </a:r>
          </a:p>
          <a:p>
            <a:r>
              <a:t>• Promotes Jamaican heritage products</a:t>
            </a:r>
          </a:p>
          <a:p>
            <a:r>
              <a:t>• Deployed using Netlify &amp; Render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Angular 14</a:t>
            </a:r>
          </a:p>
          <a:p>
            <a:r>
              <a:t>Backend: Node.js + Express</a:t>
            </a:r>
          </a:p>
          <a:p>
            <a:r>
              <a:t>Database: MySQL</a:t>
            </a:r>
          </a:p>
          <a:p>
            <a:r>
              <a:t>Security: bcrypt, JWT, Helmet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Authentication &amp;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Passwords hashed using bcrypt</a:t>
            </a:r>
          </a:p>
          <a:p>
            <a:r>
              <a:t>• JWT authentication system</a:t>
            </a:r>
          </a:p>
          <a:p>
            <a:r>
              <a:t>• Protected backend routes</a:t>
            </a:r>
          </a:p>
          <a:p>
            <a:r>
              <a:t>• Rate limiting &amp; HTTP security headers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Users Table</a:t>
            </a:r>
          </a:p>
          <a:p>
            <a:r>
              <a:t>• Products Table</a:t>
            </a:r>
          </a:p>
          <a:p>
            <a:r>
              <a:t>• Orders Table</a:t>
            </a:r>
          </a:p>
          <a:p>
            <a:r>
              <a:t>• One-to-many relationship (User → Orders)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&amp; Lighthouse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Performance ≥ 85</a:t>
            </a:r>
          </a:p>
          <a:p>
            <a:r>
              <a:t>• Accessibility ≥ 90</a:t>
            </a:r>
          </a:p>
          <a:p>
            <a:r>
              <a:t>• Best Practices ≥ 95</a:t>
            </a:r>
          </a:p>
          <a:p>
            <a:r>
              <a:t>• SEO ≥ 80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Accessibility &amp; Privacy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Alt text for images</a:t>
            </a:r>
          </a:p>
          <a:p>
            <a:r>
              <a:t>• Keyboard navigation</a:t>
            </a:r>
          </a:p>
          <a:p>
            <a:r>
              <a:t>• Privacy Policy implemented</a:t>
            </a:r>
          </a:p>
          <a:p>
            <a:r>
              <a:t>• Minimal data collection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Secure, responsive, accessible</a:t>
            </a:r>
          </a:p>
          <a:p>
            <a:r>
              <a:t>Full-stack industry-standard implementation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